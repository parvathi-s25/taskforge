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TaskForge is a single-file web app demonstrating Min-Heap Priority Queue DSA visually. Right side shows the actual running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problems that motivated TaskForge. Right side shows the algorithmic complexity contrast.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key components: heap engine, live visualizer, aging system, algorithm lab, and AI assistant. Right shows four prototype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6 planned features delivered. Dashboard screenshot shows the live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 TaskForge delivers real DSA implementation, visual interactivity, algorithm comparison, and an AI assistant — all in one single HTML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182880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182880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2880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384048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" y="384048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384048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84048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585216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585216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" y="585216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585216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786384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" y="786384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" y="786384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786384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4251960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9328" y="4251960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0496" y="4251960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41664" y="4251960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4453128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39328" y="4453128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0496" y="4453128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41664" y="4453128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4654296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4654296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40496" y="4654296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41664" y="4654296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4855464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39328" y="4855464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0496" y="4855464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41664" y="4855464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029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6366F1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78992" y="5120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TaskForge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1170432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Scheduling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502920" y="31089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69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Min-Heap Priority Queue — made visual, interactive, and AI-powered.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02920" y="373075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366F1">
              <a:alpha val="18000"/>
            </a:srgbClr>
          </a:solidFill>
          <a:ln w="12700">
            <a:solidFill>
              <a:srgbClr val="6366F1">
                <a:alpha val="5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7307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DSA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508760" y="373075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08760" y="37307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514600" y="373075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5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14600" y="37307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Visualizer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520440" y="373075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5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0440" y="37307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Lab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2920" y="4160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Mini-Project  ·  Java  ·  Web Prototype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320040"/>
            <a:ext cx="4160520" cy="4572000"/>
          </a:xfrm>
          <a:prstGeom prst="roundRect">
            <a:avLst>
              <a:gd name="adj" fmla="val 3077"/>
            </a:avLst>
          </a:prstGeom>
          <a:solidFill>
            <a:srgbClr val="0D0D1A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pic>
        <p:nvPicPr>
          <p:cNvPr id="49" name="Image 0" descr="/home/claude/proto_shots/0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384048"/>
            <a:ext cx="4005072" cy="4443984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4754880" y="4846320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65008" y="219456"/>
            <a:ext cx="594360" cy="329184"/>
          </a:xfrm>
          <a:prstGeom prst="roundRect">
            <a:avLst>
              <a:gd name="adj" fmla="val 2777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21945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6634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87552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987552"/>
            <a:ext cx="39136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DSA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Schedulers are black-box. Students can't see the heap restructure in real-time.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75104"/>
            <a:ext cx="46634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975104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975104"/>
            <a:ext cx="39136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Bottleneck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P1 critical bug waits behind 10 P3 low-priority tasks added earlier.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62656"/>
            <a:ext cx="46634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962656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962656"/>
            <a:ext cx="39136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 Risk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Low-priority tasks ignored forever with no automatic promotion.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950208"/>
            <a:ext cx="46634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950208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950208"/>
            <a:ext cx="39136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Algorithm Comparison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see why Priority Queue beats FIFO or Round-Robin.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987552"/>
            <a:ext cx="35204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0" y="106070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5303520" y="160934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worst-case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critical task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03520" y="2304288"/>
            <a:ext cx="35204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03520" y="23774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O(log n)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5303520" y="292608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time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03520" y="3621024"/>
            <a:ext cx="35204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03520" y="369417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5303520" y="4242816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 without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auto-aging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Approach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065008" y="201168"/>
            <a:ext cx="594360" cy="329184"/>
          </a:xfrm>
          <a:prstGeom prst="roundRect">
            <a:avLst>
              <a:gd name="adj" fmla="val 2777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65008" y="20116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41428"/>
          </a:solidFill>
          <a:ln w="12700">
            <a:solidFill>
              <a:srgbClr val="6366F1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060704"/>
            <a:ext cx="347472" cy="347472"/>
          </a:xfrm>
          <a:prstGeom prst="ellipse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0058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Engine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35331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9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scratch. O(log n) insert &amp; extract. No array.sort().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78608" y="896112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41428"/>
          </a:solidFill>
          <a:ln w="12700">
            <a:solidFill>
              <a:srgbClr val="0D9488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88336" y="1060704"/>
            <a:ext cx="347472" cy="347472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88336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🌳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27248" y="10058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Tree Visualizer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88336" y="135331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9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animated binary tree on every heap operation.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01168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41428"/>
          </a:solidFill>
          <a:ln w="12700">
            <a:solidFill>
              <a:srgbClr val="F59E0B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" y="2176272"/>
            <a:ext cx="347472" cy="347472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1214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Aging System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" y="24688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9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P3→P2 after 60s, P2→P1 after 90s. Prevents starvation.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78608" y="201168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41428"/>
          </a:solidFill>
          <a:ln w="12700">
            <a:solidFill>
              <a:srgbClr val="8B5CF6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88336" y="2176272"/>
            <a:ext cx="347472" cy="347472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88336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⚗️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27248" y="21214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Lab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88336" y="24688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9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vs FIFO vs Round-Robin side-by-side.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127248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41428"/>
          </a:solidFill>
          <a:ln w="12700">
            <a:solidFill>
              <a:srgbClr val="EC4899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" y="3291840"/>
            <a:ext cx="347472" cy="347472"/>
          </a:xfrm>
          <a:prstGeom prst="ellipse">
            <a:avLst/>
          </a:prstGeom>
          <a:solidFill>
            <a:srgbClr val="EC4899">
              <a:alpha val="22000"/>
            </a:srgbClr>
          </a:solidFill>
          <a:ln w="12700">
            <a:solidFill>
              <a:srgbClr val="EC4899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2369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9768" y="358444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9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with live queue context for DSA explanations.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78608" y="3127248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E1E3A"/>
          </a:solidFill>
          <a:ln w="12700">
            <a:solidFill>
              <a:srgbClr val="6366F1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8608" y="32186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78608" y="347472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69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· D3.js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69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· Claude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69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896112"/>
            <a:ext cx="1920240" cy="1719072"/>
          </a:xfrm>
          <a:prstGeom prst="roundRect">
            <a:avLst>
              <a:gd name="adj" fmla="val 5319"/>
            </a:avLst>
          </a:prstGeom>
          <a:solidFill>
            <a:srgbClr val="0D0D1A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pic>
        <p:nvPicPr>
          <p:cNvPr id="34" name="Image 0" descr="/home/claude/proto_shots/02_algorithm_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4" y="950976"/>
            <a:ext cx="1810512" cy="148132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029200" y="24323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69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Lab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114032" y="896112"/>
            <a:ext cx="1920240" cy="1719072"/>
          </a:xfrm>
          <a:prstGeom prst="roundRect">
            <a:avLst>
              <a:gd name="adj" fmla="val 5319"/>
            </a:avLst>
          </a:prstGeom>
          <a:solidFill>
            <a:srgbClr val="0D0D1A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pic>
        <p:nvPicPr>
          <p:cNvPr id="37" name="Image 1" descr="/home/claude/proto_shots/04_notifica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896" y="950976"/>
            <a:ext cx="1810512" cy="148132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114032" y="24323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69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5029200" y="2816352"/>
            <a:ext cx="1920240" cy="1719072"/>
          </a:xfrm>
          <a:prstGeom prst="roundRect">
            <a:avLst>
              <a:gd name="adj" fmla="val 5319"/>
            </a:avLst>
          </a:prstGeom>
          <a:solidFill>
            <a:srgbClr val="0D0D1A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pic>
        <p:nvPicPr>
          <p:cNvPr id="40" name="Image 2" descr="/home/claude/proto_shots/03_analytic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2871216"/>
            <a:ext cx="1810512" cy="148132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029200" y="43525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69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7114032" y="2816352"/>
            <a:ext cx="1920240" cy="1719072"/>
          </a:xfrm>
          <a:prstGeom prst="roundRect">
            <a:avLst>
              <a:gd name="adj" fmla="val 5319"/>
            </a:avLst>
          </a:prstGeom>
          <a:solidFill>
            <a:srgbClr val="0D0D1A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pic>
        <p:nvPicPr>
          <p:cNvPr id="43" name="Image 3" descr="/home/claude/proto_shots/05_ai_assista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2871216"/>
            <a:ext cx="1810512" cy="1481328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7114032" y="43525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69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Outcome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65008" y="219456"/>
            <a:ext cx="594360" cy="329184"/>
          </a:xfrm>
          <a:prstGeom prst="roundRect">
            <a:avLst>
              <a:gd name="adj" fmla="val 2777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21945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0116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950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96312" y="914400"/>
            <a:ext cx="20116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950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O(log n)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96312" y="1389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72584" y="914400"/>
            <a:ext cx="20116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950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72584" y="1389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48856" y="914400"/>
            <a:ext cx="20116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48856" y="950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file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48856" y="1389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build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1993392"/>
            <a:ext cx="2231136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20665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" y="204825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Heap Visualizer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228600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tree animates every insert &amp; extract. Evaluator watches the heap restructure live.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97480" y="1993392"/>
            <a:ext cx="2231136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88920" y="20665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44952" y="204825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Lab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88920" y="228600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tasks through 3 algorithms side-by-side with wait-time bar chart.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2743200"/>
            <a:ext cx="2231136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1480" y="281635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" y="279806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3035808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metrics, distribution chart, execution history, Queue Health Score 0–100.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97480" y="2743200"/>
            <a:ext cx="2231136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788920" y="281635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44952" y="279806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Settings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88920" y="3035808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toggles, toast position/duration, Web Audio sound previews, localStorage persist.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3493008"/>
            <a:ext cx="2231136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1480" y="35661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7512" y="354787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3785616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chat with live queue context — explains DSA, detects starvation.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697480" y="3493008"/>
            <a:ext cx="2231136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88920" y="35661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044952" y="354787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Aging System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88920" y="3785616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OS-scheduler starvation prevention: P3→P2 after 60s, P2→P1 after 90s.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029200" y="914400"/>
            <a:ext cx="3794760" cy="3383280"/>
          </a:xfrm>
          <a:prstGeom prst="roundRect">
            <a:avLst>
              <a:gd name="adj" fmla="val 3243"/>
            </a:avLst>
          </a:prstGeom>
          <a:solidFill>
            <a:srgbClr val="0D0D1A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pic>
        <p:nvPicPr>
          <p:cNvPr id="43" name="Image 0" descr="/home/claude/proto_shots/0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2" y="978408"/>
            <a:ext cx="3648456" cy="324612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5029200" y="431596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TaskForge — running prototype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28016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99248" y="128016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00416" y="128016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01584" y="128016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02752" y="128016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329184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99248" y="329184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00416" y="329184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01584" y="329184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02752" y="329184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530352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99248" y="530352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0416" y="530352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530352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530352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731520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99248" y="731520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00416" y="731520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01584" y="731520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752" y="731520"/>
            <a:ext cx="54864" cy="5486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8065008" y="201168"/>
            <a:ext cx="594360" cy="329184"/>
          </a:xfrm>
          <a:prstGeom prst="roundRect">
            <a:avLst>
              <a:gd name="adj" fmla="val 2777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20116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841248"/>
            <a:ext cx="8321040" cy="640080"/>
          </a:xfrm>
          <a:prstGeom prst="roundRect">
            <a:avLst>
              <a:gd name="adj" fmla="val 17143"/>
            </a:avLst>
          </a:prstGeom>
          <a:solidFill>
            <a:srgbClr val="1E1E3A"/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84124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TaskForge transforms abstract DSA into a live, visual, AI-powered experience — making the Min-Heap Priority Queue understandable at a glance.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1480" y="1664208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14142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" y="1819656"/>
            <a:ext cx="329184" cy="329184"/>
          </a:xfrm>
          <a:prstGeom prst="ellipse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4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5840" y="17373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Made Visual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19933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69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D3 heap tree turns O(log n) theory into something you can watch in real-time — a genuine teaching tool, not just a console printout.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11480" y="2432304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14142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6928" y="2587752"/>
            <a:ext cx="329184" cy="329184"/>
          </a:xfrm>
          <a:prstGeom prst="ellipse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4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2587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" y="250545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Concepts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27614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69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aging mirrors OS process schedulers. Algorithm Lab mirrors production trade-off analysis. This is a working model, not a toy.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411480" y="3200400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14142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66928" y="3355848"/>
            <a:ext cx="329184" cy="329184"/>
          </a:xfrm>
          <a:prstGeom prst="ellipse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48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3355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" y="327355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Differentiator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5840" y="352958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69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Claude AI Assistant with live queue context sets this apart from every other student project — conversational DSA explanation is unprecedented.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5760720" y="804672"/>
            <a:ext cx="2971800" cy="731520"/>
          </a:xfrm>
          <a:prstGeom prst="roundRect">
            <a:avLst>
              <a:gd name="adj" fmla="val 10000"/>
            </a:avLst>
          </a:prstGeom>
          <a:solidFill>
            <a:srgbClr val="0D0D1A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pic>
        <p:nvPicPr>
          <p:cNvPr id="43" name="Image 0" descr="/home/claude/proto_shots/0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5584" y="841248"/>
            <a:ext cx="2286000" cy="658368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8156448" y="1005840"/>
            <a:ext cx="530352" cy="274320"/>
          </a:xfrm>
          <a:prstGeom prst="roundRect">
            <a:avLst>
              <a:gd name="adj" fmla="val 26667"/>
            </a:avLst>
          </a:prstGeom>
          <a:solidFill>
            <a:srgbClr val="6366F1">
              <a:alpha val="28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156448" y="10058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5760720" y="1659636"/>
            <a:ext cx="2971800" cy="731520"/>
          </a:xfrm>
          <a:prstGeom prst="roundRect">
            <a:avLst>
              <a:gd name="adj" fmla="val 10000"/>
            </a:avLst>
          </a:prstGeom>
          <a:solidFill>
            <a:srgbClr val="0D0D1A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pic>
        <p:nvPicPr>
          <p:cNvPr id="47" name="Image 1" descr="/home/claude/proto_shots/02_algorithm_l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696212"/>
            <a:ext cx="2286000" cy="658368"/>
          </a:xfrm>
          <a:prstGeom prst="rect">
            <a:avLst/>
          </a:prstGeom>
        </p:spPr>
      </p:pic>
      <p:sp>
        <p:nvSpPr>
          <p:cNvPr id="48" name="Shape 44"/>
          <p:cNvSpPr/>
          <p:nvPr/>
        </p:nvSpPr>
        <p:spPr>
          <a:xfrm>
            <a:off x="8156448" y="1860804"/>
            <a:ext cx="530352" cy="274320"/>
          </a:xfrm>
          <a:prstGeom prst="roundRect">
            <a:avLst>
              <a:gd name="adj" fmla="val 26667"/>
            </a:avLst>
          </a:prstGeom>
          <a:solidFill>
            <a:srgbClr val="6366F1">
              <a:alpha val="28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8156448" y="186080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Lab</a:t>
            </a:r>
            <a:endParaRPr lang="en-US" sz="600" dirty="0"/>
          </a:p>
        </p:txBody>
      </p:sp>
      <p:sp>
        <p:nvSpPr>
          <p:cNvPr id="50" name="Shape 46"/>
          <p:cNvSpPr/>
          <p:nvPr/>
        </p:nvSpPr>
        <p:spPr>
          <a:xfrm>
            <a:off x="5760720" y="2514600"/>
            <a:ext cx="2971800" cy="731520"/>
          </a:xfrm>
          <a:prstGeom prst="roundRect">
            <a:avLst>
              <a:gd name="adj" fmla="val 10000"/>
            </a:avLst>
          </a:prstGeom>
          <a:solidFill>
            <a:srgbClr val="0D0D1A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pic>
        <p:nvPicPr>
          <p:cNvPr id="51" name="Image 2" descr="/home/claude/proto_shots/03_analytic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2551176"/>
            <a:ext cx="2286000" cy="658368"/>
          </a:xfrm>
          <a:prstGeom prst="rect">
            <a:avLst/>
          </a:prstGeom>
        </p:spPr>
      </p:pic>
      <p:sp>
        <p:nvSpPr>
          <p:cNvPr id="52" name="Shape 47"/>
          <p:cNvSpPr/>
          <p:nvPr/>
        </p:nvSpPr>
        <p:spPr>
          <a:xfrm>
            <a:off x="8156448" y="2715768"/>
            <a:ext cx="530352" cy="274320"/>
          </a:xfrm>
          <a:prstGeom prst="roundRect">
            <a:avLst>
              <a:gd name="adj" fmla="val 26667"/>
            </a:avLst>
          </a:prstGeom>
          <a:solidFill>
            <a:srgbClr val="6366F1">
              <a:alpha val="28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8156448" y="271576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600" dirty="0"/>
          </a:p>
        </p:txBody>
      </p:sp>
      <p:sp>
        <p:nvSpPr>
          <p:cNvPr id="54" name="Shape 49"/>
          <p:cNvSpPr/>
          <p:nvPr/>
        </p:nvSpPr>
        <p:spPr>
          <a:xfrm>
            <a:off x="5760720" y="3369564"/>
            <a:ext cx="2971800" cy="731520"/>
          </a:xfrm>
          <a:prstGeom prst="roundRect">
            <a:avLst>
              <a:gd name="adj" fmla="val 10000"/>
            </a:avLst>
          </a:prstGeom>
          <a:solidFill>
            <a:srgbClr val="0D0D1A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pic>
        <p:nvPicPr>
          <p:cNvPr id="55" name="Image 3" descr="/home/claude/proto_shots/04_notificatio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3406140"/>
            <a:ext cx="2286000" cy="658368"/>
          </a:xfrm>
          <a:prstGeom prst="rect">
            <a:avLst/>
          </a:prstGeom>
        </p:spPr>
      </p:pic>
      <p:sp>
        <p:nvSpPr>
          <p:cNvPr id="56" name="Shape 50"/>
          <p:cNvSpPr/>
          <p:nvPr/>
        </p:nvSpPr>
        <p:spPr>
          <a:xfrm>
            <a:off x="8156448" y="3570732"/>
            <a:ext cx="530352" cy="274320"/>
          </a:xfrm>
          <a:prstGeom prst="roundRect">
            <a:avLst>
              <a:gd name="adj" fmla="val 26667"/>
            </a:avLst>
          </a:prstGeom>
          <a:solidFill>
            <a:srgbClr val="6366F1">
              <a:alpha val="28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8156448" y="357073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600" dirty="0"/>
          </a:p>
        </p:txBody>
      </p:sp>
      <p:sp>
        <p:nvSpPr>
          <p:cNvPr id="58" name="Shape 52"/>
          <p:cNvSpPr/>
          <p:nvPr/>
        </p:nvSpPr>
        <p:spPr>
          <a:xfrm>
            <a:off x="5760720" y="4224528"/>
            <a:ext cx="2971800" cy="731520"/>
          </a:xfrm>
          <a:prstGeom prst="roundRect">
            <a:avLst>
              <a:gd name="adj" fmla="val 10000"/>
            </a:avLst>
          </a:prstGeom>
          <a:solidFill>
            <a:srgbClr val="0D0D1A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30000"/>
              </a:srgbClr>
            </a:outerShdw>
          </a:effectLst>
        </p:spPr>
      </p:sp>
      <p:pic>
        <p:nvPicPr>
          <p:cNvPr id="59" name="Image 4" descr="/home/claude/proto_shots/05_ai_assista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4261104"/>
            <a:ext cx="2286000" cy="658368"/>
          </a:xfrm>
          <a:prstGeom prst="rect">
            <a:avLst/>
          </a:prstGeom>
        </p:spPr>
      </p:pic>
      <p:sp>
        <p:nvSpPr>
          <p:cNvPr id="60" name="Shape 53"/>
          <p:cNvSpPr/>
          <p:nvPr/>
        </p:nvSpPr>
        <p:spPr>
          <a:xfrm>
            <a:off x="8156448" y="4425696"/>
            <a:ext cx="530352" cy="274320"/>
          </a:xfrm>
          <a:prstGeom prst="roundRect">
            <a:avLst>
              <a:gd name="adj" fmla="val 26667"/>
            </a:avLst>
          </a:prstGeom>
          <a:solidFill>
            <a:srgbClr val="6366F1">
              <a:alpha val="28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8156448" y="4425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600" dirty="0"/>
          </a:p>
        </p:txBody>
      </p:sp>
      <p:sp>
        <p:nvSpPr>
          <p:cNvPr id="62" name="Shape 55"/>
          <p:cNvSpPr/>
          <p:nvPr/>
        </p:nvSpPr>
        <p:spPr>
          <a:xfrm>
            <a:off x="411480" y="4919472"/>
            <a:ext cx="8321040" cy="0"/>
          </a:xfrm>
          <a:prstGeom prst="line">
            <a:avLst/>
          </a:prstGeom>
          <a:noFill/>
          <a:ln w="12700">
            <a:solidFill>
              <a:srgbClr val="1E1E2E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411480" y="49377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TaskForge  ·  DSA Mini-Project  ·  Vanilla JS · D3.js · Chart.js · Claude API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TaskForge — Intelligent Task Scheduling Engine</dc:title>
  <dc:subject>PptxGenJS Presentation</dc:subject>
  <dc:creator>PptxGenJS</dc:creator>
  <cp:lastModifiedBy>PptxGenJS</cp:lastModifiedBy>
  <cp:revision>1</cp:revision>
  <dcterms:created xsi:type="dcterms:W3CDTF">2026-06-24T18:36:21Z</dcterms:created>
  <dcterms:modified xsi:type="dcterms:W3CDTF">2026-06-24T18:36:21Z</dcterms:modified>
</cp:coreProperties>
</file>